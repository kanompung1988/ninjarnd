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2937"/>
                </a:solidFill>
              </a:defRPr>
            </a:pPr>
            <a:r>
              <a:t>รากฐาน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ทำความเข้าใจแก่นแท้ของปัญญาประดิษฐ์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504" y="621792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หลักการทำงานของ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อัลกอริทึมที่เรียนรู้จากข้อมูลโดยไม่ต้องเขียนโค้ดทุกขั้นตอน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ทำให้คอมพิวเตอร์ค้นหารูปแบบและทำนายผลลัพธ์ได้อย่างแม่นยำ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แบ่งประเภทหลักเป็น Supervised, Unsupervised และ Reinforcement Learning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มีบทบาทสำคัญในการพัฒนาระบบ AI สมัยใหม่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B82F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สรุปและขอบคุณ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Machine Learning เป็นเครื่องมือสำคัญในยุคดิจิทัล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เริ่มต้นศึกษาและประยุกต์ใช้เพื่อพัฒนางานของคุณ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