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2937"/>
                </a:solidFill>
              </a:defRPr>
            </a:pPr>
            <a:r>
              <a:t>AI และการเรียนรู้ของเครื่อง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B82F6"/>
                </a:solidFill>
              </a:defRPr>
            </a:pPr>
            <a:r>
              <a:t>พลิกโฉมโลกธุรกิจและชีวิตประจำวันด้วยเทคโนโลยีอัจฉริยะ</a:t>
            </a:r>
          </a:p>
        </p:txBody>
      </p:sp>
      <p:sp>
        <p:nvSpPr>
          <p:cNvPr id="5" name="Rectangle 4"/>
          <p:cNvSpPr/>
          <p:nvPr/>
        </p:nvSpPr>
        <p:spPr>
          <a:xfrm>
            <a:off x="4267504" y="6217920"/>
            <a:ext cx="3657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พื้นฐานของ AI และ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AI คือ การจำลองกระบวนการคิดของมนุษย์ด้วยเครื่องจักร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การเรียนรู้ของเครื่องช่วยให้คอมพิวเตอร์เรียนรู้จากข้อมูล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นำไปประยุกต์ใช้เพื่อแก้ปัญหาที่ซับซ้อนและทำนายผลลัพธ์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• เป็นพื้นฐานของการพัฒนาเทคโนโลยีที่สำคัญในยุคดิจิทัล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B82F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1E3A8A"/>
                </a:solidFill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1F2937"/>
                </a:solidFill>
              </a:defRPr>
            </a:pPr>
            <a:r>
              <a:t>ปัญญาประดิษฐ์คือไฟฟ้าใหม่ มันจะเปลี่ยนแปลงทุกอย่างที่เราทำ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B82F6"/>
                </a:solidFill>
              </a:defRPr>
            </a:pPr>
            <a:r>
              <a:t>— แอนดรูว์ อึง (Andrew 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การประยุกต์ใช้งาน AI ในอุตสาหกรรม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B82F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สรุปและขอบคุณ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 และ ML เป็นเครื่องมือสำคัญในการขับเคลื่อนอนาคต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พัฒนาทักษะและทำความเข้าใจเพื่อรับมือกับการเปลี่ยนแปลง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