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0"/>
            <a:ext cx="112772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1F2937"/>
                </a:solidFill>
              </a:defRPr>
            </a:pPr>
            <a:r>
              <a:t>พื้นฐานภาษาไพทอน (Python Basics)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29768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>
                <a:solidFill>
                  <a:srgbClr val="3B82F6"/>
                </a:solidFill>
              </a:defRPr>
            </a:pPr>
            <a:r>
              <a:t>ภาษาโปรแกรมที่ทรงพลังและง่ายต่อการเรียนรู้สำหรับทุกคน</a:t>
            </a:r>
          </a:p>
        </p:txBody>
      </p:sp>
      <p:sp>
        <p:nvSpPr>
          <p:cNvPr id="5" name="Rectangle 4"/>
          <p:cNvSpPr/>
          <p:nvPr/>
        </p:nvSpPr>
        <p:spPr>
          <a:xfrm>
            <a:off x="4267504" y="6217920"/>
            <a:ext cx="3657600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1E3A8A"/>
                </a:solidFill>
              </a:defRPr>
            </a:pPr>
            <a:r>
              <a:t>ทำไมต้องเลือกเรียน Python?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34440"/>
            <a:ext cx="2743200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800"/>
              </a:spcAft>
              <a:defRPr sz="2200">
                <a:solidFill>
                  <a:srgbClr val="1F2937"/>
                </a:solidFill>
              </a:defRPr>
            </a:pPr>
            <a:r>
              <a:t>• ไวยากรณ์ที่อ่านง่ายและเข้าใจได้เหมือนภาษาอังกฤษทั่วไป</a:t>
            </a:r>
          </a:p>
          <a:p>
            <a:pPr>
              <a:spcBef>
                <a:spcPts val="1200"/>
              </a:spcBef>
              <a:spcAft>
                <a:spcPts val="800"/>
              </a:spcAft>
              <a:defRPr sz="2200">
                <a:solidFill>
                  <a:srgbClr val="1F2937"/>
                </a:solidFill>
              </a:defRPr>
            </a:pPr>
            <a:r>
              <a:t>• ใช้งานได้จริงในหลากหลายอุตสาหกรรมทั่วโลกอย่างแพร่หลาย</a:t>
            </a:r>
          </a:p>
          <a:p>
            <a:pPr>
              <a:spcBef>
                <a:spcPts val="1200"/>
              </a:spcBef>
              <a:spcAft>
                <a:spcPts val="800"/>
              </a:spcAft>
              <a:defRPr sz="2200">
                <a:solidFill>
                  <a:srgbClr val="1F2937"/>
                </a:solidFill>
              </a:defRPr>
            </a:pPr>
            <a:r>
              <a:t>• ชุมชนนักพัฒนาที่ใหญ่ที่สุดพร้อมทรัพยากรสนับสนุนมากมาย</a:t>
            </a:r>
          </a:p>
          <a:p>
            <a:pPr>
              <a:spcBef>
                <a:spcPts val="1200"/>
              </a:spcBef>
              <a:spcAft>
                <a:spcPts val="800"/>
              </a:spcAft>
              <a:defRPr sz="2200">
                <a:solidFill>
                  <a:srgbClr val="1F2937"/>
                </a:solidFill>
              </a:defRPr>
            </a:pPr>
            <a:r>
              <a:t>• รองรับการเขียนโปรแกรมเชิงวัตถุและฟังก์ชันได้อย่างยืดหยุ่น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40080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3B82F6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12772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</a:defRPr>
            </a:pPr>
            <a:r>
              <a:t>เริ่มต้นเดินทางสู่ Python วันนี้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840480"/>
            <a:ext cx="103628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>
                <a:solidFill>
                  <a:srgbClr val="FFFFFF"/>
                </a:solidFill>
              </a:defRPr>
            </a:pPr>
            <a:r>
              <a:t>ฝึกฝนการเขียนโค้ดทุกวันเพื่อสร้างความเชี่ยวชาญอย่างยั่งยืน</a:t>
            </a:r>
          </a:p>
          <a:p>
            <a:pPr algn="ctr">
              <a:defRPr sz="2400">
                <a:solidFill>
                  <a:srgbClr val="FFFFFF"/>
                </a:solidFill>
              </a:defRPr>
            </a:pPr>
            <a:r>
              <a:t>ลองสร้างโปรเจกต์จริงเพื่อพัฒนาทักษะการแก้ปัญหาของคุณ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