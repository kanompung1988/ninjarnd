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Leveraging Language Models in Modern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Welcome to the Future of Business with LLMs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What are Large Language Models (LLMs)?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LLMs are AI systems trained on vast text datasets.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Process and generate human-like text with high accuracy.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Utilize deep learning to understand context and nuance.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Support tasks like translation, summarization, and content creation.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Continuously improve through iterative training and fine-tuning.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Applications of LLMs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Automate customer support with AI-driven chatbots and virtual assistants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Enhance content creation for marketing, blogs, and social media campaigns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Streamline recruitment by automating resume screening and candidate matching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Generate data-driven insights for decision-making and forecasting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Personalize customer experiences through recommendations and behavior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Optimize supply chains with predictive analytics and demand forecasting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Market Growth and Impact of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Global LLM adoption grew by 45% in 2023 alone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Businesses report a 30% productivity boost using LLMs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LLMs projected to add $120 billion to the global economy by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How LLMs Work: Behind the Scenes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Expert Opinion on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“Language models are redefining how businesses interact with data and customers.”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– Dr. Jane Smith, AI Researcher and Industry Leader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Challenges and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Mitigate biases in training data impacting decision-making fairness.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Prevent misuse in generating deceptive or harmful content.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Address transparency issues in model decision processes.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Ensure compliance with privacy and data protection laws.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Balance automation with human oversight for critical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The Future of LLMs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Transform workflows by automating repetitive tasks and processes.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Enhance decision-making with data-driven insights and predictions.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Foster innovation through personalized customer experiences and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