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Large Language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E293B"/>
                </a:solidFill>
              </a:defRPr>
            </a:pPr>
            <a:r>
              <a:t>Large Language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Introduction to a transformative AI technology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• Understanding their capabilities and impact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E293B"/>
                </a:solidFill>
              </a:defRPr>
            </a:pPr>
            <a:r>
              <a:t>What are LLMs?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AI systems trained on vast amounts of text and code data.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• Designed to understand, generate, and process human-like language.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• Characterized by a massive number of parameters (billions).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• Foundation for modern chatbots, translation tools, and content creation.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E293B"/>
                </a:solidFill>
              </a:defRPr>
            </a:pPr>
            <a:r>
              <a:t>Architecture &amp;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Explain the technical foundation and training process of LLMs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E293B"/>
                </a:solidFill>
              </a:defRPr>
            </a:pPr>
            <a:r>
              <a:t>Capabilities &amp;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Advanced Data Analytics: Process and visualize complex datasets for actionable insights.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• Automated Workflow Integration: Seamlessly connect with existing enterprise systems to streamline operations.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• AI-Powered Predictive Modeling: Forecast trends and outcomes with high accuracy.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• Real-Time Collaboration Tools: Enable teams to work together efficiently, regardless of location.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• Customizable Dashboards: Tailor views and reports to meet specific industry needs.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• Scalable Cloud Infrastructure: Deploy solutions that grow with your business demands.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E293B"/>
                </a:solidFill>
              </a:defRPr>
            </a:pPr>
            <a:r>
              <a:t>LLM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Customer service chatbots handling complex queries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• Code generation and debugging assistance for developers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• Content creation for marketing and documentation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• Research analysis and summarization capabilities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E293B"/>
                </a:solidFill>
              </a:defRPr>
            </a:pPr>
            <a:r>
              <a:t>Challenges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Address current constraints and ethical considerations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E293B"/>
                </a:solidFill>
              </a:defRPr>
            </a:pPr>
            <a:r>
              <a:t>Future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Accelerated adoption of AI across all industries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• Rise of autonomous systems in logistics and transport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• Personalized medicine driven by genomics and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• Sustainable energy innovations and grid modernization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• Immersive experiences through AR/VR convergence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E293B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我们成功地解决了[核心挑战]，并交付了[关键成果]。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• 数据驱动的策略是我们成功的关键，验证了我们最初的假设。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• 立即行动：实施[具体后续步骤]以保持我们的进展势头。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• 长期愿景：扩展这些成果以抓住[未来机遇]。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